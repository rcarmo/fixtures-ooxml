
<file path=[Content_Types].xml><?xml version="1.0" encoding="utf-8"?>
<ct:Types xmlns:ct="http://schemas.openxmlformats.org/package/2006/content-types">
  <ct:Default Extension="jpeg" ContentType="image/jpeg"/>
  <ct:Default Extension="rels" ContentType="application/vnd.openxmlformats-package.relationships+xml"/>
  <ct:Default Extension="xml" ContentType="application/xml"/>
  <ct:Override PartName="/ppt/presentation.xml" ContentType="application/vnd.openxmlformats-officedocument.presentationml.presentation.main+xml"/>
  <ct:Override PartName="/ppt/slideMasters/slideMaster1.xml" ContentType="application/vnd.openxmlformats-officedocument.presentationml.slideMaster+xml"/>
  <ct:Override PartName="/ppt/slides/slide1.xml" ContentType="application/vnd.openxmlformats-officedocument.presentationml.slide+xml"/>
  <ct:Override PartName="/ppt/presProps.xml" ContentType="application/vnd.openxmlformats-officedocument.presentationml.presProps+xml"/>
  <ct:Override PartName="/ppt/viewProps.xml" ContentType="application/vnd.openxmlformats-officedocument.presentationml.viewProps+xml"/>
  <ct:Override PartName="/ppt/theme/theme1.xml" ContentType="application/vnd.openxmlformats-officedocument.theme+xml"/>
  <ct:Override PartName="/ppt/tableStyles.xml" ContentType="application/vnd.openxmlformats-officedocument.presentationml.tableStyles+xml"/>
  <ct:Override PartName="/ppt/slideLayouts/slideLayout1.xml" ContentType="application/vnd.openxmlformats-officedocument.presentationml.slideLayout+xml"/>
  <ct:Override PartName="/ppt/slideLayouts/slideLayout2.xml" ContentType="application/vnd.openxmlformats-officedocument.presentationml.slideLayout+xml"/>
  <ct:Override PartName="/ppt/slideLayouts/slideLayout3.xml" ContentType="application/vnd.openxmlformats-officedocument.presentationml.slideLayout+xml"/>
  <ct:Override PartName="/ppt/slideLayouts/slideLayout4.xml" ContentType="application/vnd.openxmlformats-officedocument.presentationml.slideLayout+xml"/>
  <ct:Override PartName="/ppt/slideLayouts/slideLayout5.xml" ContentType="application/vnd.openxmlformats-officedocument.presentationml.slideLayout+xml"/>
  <ct:Override PartName="/ppt/slideLayouts/slideLayout6.xml" ContentType="application/vnd.openxmlformats-officedocument.presentationml.slideLayout+xml"/>
  <ct:Override PartName="/ppt/slideLayouts/slideLayout7.xml" ContentType="application/vnd.openxmlformats-officedocument.presentationml.slideLayout+xml"/>
  <ct:Override PartName="/ppt/slideLayouts/slideLayout8.xml" ContentType="application/vnd.openxmlformats-officedocument.presentationml.slideLayout+xml"/>
  <ct:Override PartName="/ppt/slideLayouts/slideLayout9.xml" ContentType="application/vnd.openxmlformats-officedocument.presentationml.slideLayout+xml"/>
  <ct:Override PartName="/ppt/slideLayouts/slideLayout10.xml" ContentType="application/vnd.openxmlformats-officedocument.presentationml.slideLayout+xml"/>
  <ct:Override PartName="/ppt/slideLayouts/slideLayout11.xml" ContentType="application/vnd.openxmlformats-officedocument.presentationml.slideLayout+xml"/>
  <ct:Override PartName="/docProps/core.xml" ContentType="application/vnd.openxmlformats-package.core-properties+xml"/>
  <ct:Override PartName="/docProps/app.xml" ContentType="application/vnd.openxmlformats-officedocument.extended-properties+xml"/>
  <ct:Override PartName="/docMetadata/LabelInfo.xml" ContentType="application/vnd.ms-office.classificationlabels+xml"/>
</ct:Types>
</file>

<file path=_rels/.rels><?xml version='1.0' encoding='utf-8'?>
<rel:Relationships xmlns:rel="http://schemas.openxmlformats.org/package/2006/relationships"><rel:Relationship Id="rId3" Type="http://schemas.openxmlformats.org/package/2006/relationships/metadata/core-properties" Target="docProps/core.xml" /><rel:Relationship Id="rId2" Type="http://schemas.openxmlformats.org/package/2006/relationships/metadata/thumbnail" Target="docProps/thumbnail.jpeg" /><rel:Relationship Id="rId1" Type="http://schemas.openxmlformats.org/officeDocument/2006/relationships/officeDocument" Target="ppt/presentation.xml" /><rel:Relationship Id="rId5" Type="http://schemas.microsoft.com/office/2020/02/relationships/classificationlabels" Target="docMetadata/LabelInfo.xml" /><rel:Relationship Id="rId4" Type="http://schemas.openxmlformats.org/officeDocument/2006/relationships/extended-properties" Target="docProps/app.xml" /><rel:Relationship Id="rIdSharedSentinel" Type="http://schemas.openxmlformats.org/officeDocument/2006/relationships/customXml" Target="customXml/preservation-sentinel.xml" /></rel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70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Original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Original subtitle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preservation-sentinel.xml><?xml version="1.0" encoding="utf-8"?>
<preservation-sentinel xmlns="urn:rcarmo:ooxml:acceptance:v1">retain these exact bytes</preservation-sentinel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Frankenstein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/>
  <dc:subject/>
  <dc:creator/>
  <ns0:keywords/>
  <dc:description>generated using python-pptx</dc:description>
  <ns0:lastModifiedBy>Rui Carmo</ns0:lastModifiedBy>
  <ns0:revision>1</ns0:revision>
  <ns2:created xsi:type="dcterms:W3CDTF">2000-01-01T00:00:00Z</ns2:created>
  <ns2:modified xsi:type="dcterms:W3CDTF">2000-01-01T00:00:00Z</ns2:modified>
  <ns0:category/>
</ns0:coreProperties>
</file>