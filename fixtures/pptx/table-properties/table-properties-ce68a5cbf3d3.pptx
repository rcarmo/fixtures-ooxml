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b="1"/>
                        <a:t>Chapter</a:t>
                      </a:r>
                    </a:p>
                  </a:txBody>
                  <a:tcPr marL="0" marR="0" marT="0" marB="0" vert="horz" anchor="t" anchorCtr="0">
                    <a:lnL w="12700">
                      <a:solidFill>
                        <a:srgbClr val="112233"/>
                      </a:solidFill>
                      <a:prstDash val="solid"/>
                    </a:lnL>
                    <a:lnR w="12700">
                      <a:solidFill>
                        <a:srgbClr val="112233"/>
                      </a:solidFill>
                      <a:prstDash val="solid"/>
                    </a:lnR>
                    <a:lnT w="12700">
                      <a:solidFill>
                        <a:srgbClr val="112233"/>
                      </a:solidFill>
                      <a:prstDash val="solid"/>
                    </a:lnT>
                    <a:lnB w="12700">
                      <a:solidFill>
                        <a:srgbClr val="112233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Title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Summary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Victor's childhood in Geneva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Education and early interests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University at Ingolstadt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creation of the creature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awakening and horror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