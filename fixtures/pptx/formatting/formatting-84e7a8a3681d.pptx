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custom/custody.bin" ContentType="application/octet-stream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0" y="0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nvSpPr>
          <p:cNvPr id="2" name="Notes"/>
          <p:cNvSpPr/>
          <p:nvPr>
            <p:ph type="body"/>
          </p:nvPr>
        </p:nvSpPr>
        <p:spPr/>
        <p:txBody>
          <a:bodyPr/>
          <a:lstStyle/>
          <a:p>
            <a:r>
              <a:t>Original notes</a:t>
            </a: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</p:spPr>
        <p:txBody>
          <a:bodyPr/>
          <a:lstStyle/>
          <a:p>
            <a:r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286000"/>
            <a:ext cx="8229600" cy="1371600"/>
          </a:xfrm>
          <a:prstGeom prst="rect">
            <a:avLst/>
          </a:prstGeom>
        </p:spPr>
        <p:txBody>
          <a:bodyPr/>
          <a:lstStyle/>
          <a:p>
            <a:r>
              <a:t>Click to add subtitle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/>
      </a:lvl1pPr>
    </p:titleStyle>
    <p:bodyStyle>
      <a:lvl1pPr marL="0" algn="l">
        <a:defRPr sz="1800"/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Alpha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</a:t>
            </a:r>
          </a:p>
        </p:txBody>
      </p:sp>
      <p:sp xmlns:p="http://schemas.openxmlformats.org/presentationml/2006/main" xmlns:a="http://schemas.openxmlformats.org/drawingml/2006/main">
        <p:nvSpPr>
          <p:cNvPr id="4" name="Body"/>
          <p:cNvSpPr txBox="1"/>
          <p:nvPr/>
        </p:nvSpPr>
        <p:spPr>
          <a:xfrm>
            <a:off x="1" y="2"/>
            <a:ext cx="1000" cy="1000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 xmlns:a="http://schemas.openxmlformats.org/drawingml/2006/main"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i="0" u="sng" sz="1800">
                <a:solidFill>
                  <a:srgbClr val="112233"/>
                </a:solidFill>
                <a:latin typeface="Arial"/>
              </a:rPr>
              <a:t xml:space="preserve">Existing</a:t>
            </a:r>
            <a:r>
              <a:t xml:space="preserve"> suffix</a:t>
            </a:r>
          </a:p>
          <a:p xmlns:a="http://schemas.openxmlformats.org/drawingml/2006/main">
            <a:r>
              <a:rPr lang="pt-PT" b="0"/>
              <a:t>Second paragraph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Gamma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n OOXML Theme">
  <a:themeElements>
    <a:clrScheme name="Bu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n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Bun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>
                <a:tint val="5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