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thumbnail" Target="docProps/thumbnail.jpeg"></Relationship><Relationship Id="rId3" Type="http://schemas.openxmlformats.org/package/2006/relationships/metadata/core-properties" Target="docProps/core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7"/>
  </p:notesMasterIdLst>
  <p:sldSz cx="9144000" cy="6858000" type="screen4x3"/>
  <p:notesSz cx="6858000" cy="9144000"/>
  <p:defaultTextStyle>
    <a:defPPr/>
    <a:lvl1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printerSettings" Target="printerSettings/printerSettings1.bin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heme" Target="theme/theme1.xml"></Relationship><Relationship Id="rId6" Type="http://schemas.openxmlformats.org/officeDocument/2006/relationships/tableStyles" Target="tableStyles.xml"></Relationship><Relationship Id="rId7" Type="http://schemas.openxmlformats.org/officeDocument/2006/relationships/notesMaster" Target="notesMasters/notesMaster1.xml"></Relationship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  <p:extLst>
    <p:ext uri="{BB962C8B-B14F-4D97-AF65-F5344CB8AC3E}">
      <p14:creationId xmlns:p14="http://schemas.microsoft.com/office/powerpoint/2010/main" val="2696953737"/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