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custom/custody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Original notes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t>Click to add subtitle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 marL="0" algn="l">
        <a:defRPr sz="1800"/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  <p:sp xmlns:p="http://schemas.openxmlformats.org/presentationml/2006/main" xmlns:a="http://schemas.openxmlformats.org/drawingml/2006/main">
        <p:nvSpPr>
          <p:cNvPr id="4" name="Body"/>
          <p:cNvSpPr txBox="1"/>
          <p:nvPr/>
        </p:nvSpPr>
        <p:spPr>
          <a:xfrm>
            <a:off x="1" y="2"/>
            <a:ext cx="1000" cy="1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t xml:space="preserve">Existing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n OOXML Theme">
  <a:themeElements>
    <a:clrScheme name="Bu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n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Bu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