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thumbnail" Target="docProps/thumbnail.jpeg"></Relationship><Relationship Id="rId3" Type="http://schemas.openxmlformats.org/package/2006/relationships/metadata/core-properties" Target="docProps/core.xml"></Relationship><Relationship Id="rId4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Id11"/>
  </p:notesMasterIdLst>
  <p:sldIdLst>
    <p:sldId xmlns:r="http://schemas.openxmlformats.org/officeDocument/2006/relationships" id="256" r:id="rId7"/>
    <p:sldId xmlns:r="http://schemas.openxmlformats.org/officeDocument/2006/relationships" id="257" r:id="rId8"/>
    <p:sldId xmlns:r="http://schemas.openxmlformats.org/officeDocument/2006/relationships" id="258" r:id="rId9"/>
    <p:sldId xmlns:r="http://schemas.openxmlformats.org/officeDocument/2006/relationships" id="259" r:id="rId10"/>
  </p:sldIdLst>
  <p:sldSz cx="9144000" cy="6858000" type="screen4x3"/>
  <p:notesSz cx="6858000" cy="9144000"/>
  <p:defaultTextStyle>
    <a:defPPr/>
    <a:lvl1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printerSettings" Target="printerSettings/printerSettings1.bin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heme" Target="theme/theme1.xml"></Relationship><Relationship Id="rId6" Type="http://schemas.openxmlformats.org/officeDocument/2006/relationships/tableStyles" Target="tableStyles.xml"></Relationship><Relationship Id="rId7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0" Type="http://schemas.openxmlformats.org/officeDocument/2006/relationships/slide" Target="slides/slide4.xml"></Relationship><Relationship Id="rId11" Type="http://schemas.openxmlformats.org/officeDocument/2006/relationships/notesMaster" Target="notesMasters/notesMaster1.xml"></Relationship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>
          <a:off xmlns:a="http://schemas.openxmlformats.org/drawingml/2006/main" x="0" y="0"/>
          <a:ext cx="0" cy="0"/>
          <a:chOff xmlns:a="http://schemas.openxmlformats.org/drawingml/2006/main" x="0" y="0"/>
          <a:chExt xmlns:a="http://schemas.openxmlformats.org/drawingml/2006/main"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notesStyle>
    <a:lvl1pPr/>
    <a:lvl2pPr/>
    <a:lvl3pPr/>
    <a:lvl4pPr/>
    <a:lvl5pPr/>
    <a:lvl6pPr/>
    <a:lvl7pPr/>
    <a:lvl8pPr/>
    <a:lvl9pPr/>
  </p:notesStyle>
  <p:extLst>
    <p:ext uri="{BB962C8B-B14F-4D97-AF65-F5344CB8AC3E}">
      <p14:creationId xmlns:p14="http://schemas.microsoft.com/office/powerpoint/2010/main" val="2696953737"/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Frankenstein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Visible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Main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I am by birth a Genevese, and my family is one of the most distinguished of that republic.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false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Hidden Bonus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This slide is hidden from the slideshow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 xmlns:a="http://schemas.openxmlformats.org/drawingml/2006/main">
              <a:t xmlns:a="http://schemas.openxmlformats.org/drawingml/2006/main">Learn from me, if not by my precepts, at least by my example, how dangerous is the acquirement of knowledge.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