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thumbnail" Target="docProps/thumbnail.jpeg"></Relationship><Relationship Id="rId3" Type="http://schemas.openxmlformats.org/package/2006/relationships/metadata/core-properties" Target="docProps/core.xml"></Relationship><Relationship Id="rId4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Id8"/>
  </p:notesMasterIdLst>
  <p:sldIdLst>
    <p:sldId xmlns:r="http://schemas.openxmlformats.org/officeDocument/2006/relationships" id="256" r:id="rId7"/>
  </p:sldIdLst>
  <p:sldSz cx="9144000" cy="6858000" type="screen4x3"/>
  <p:notesSz cx="6858000" cy="9144000"/>
  <p:defaultTextStyle>
    <a:defPPr/>
    <a:lvl1pPr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printerSettings" Target="printerSettings/printerSettings1.bin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heme" Target="theme/theme1.xml"></Relationship><Relationship Id="rId6" Type="http://schemas.openxmlformats.org/officeDocument/2006/relationships/tableStyles" Target="tableStyles.xml"></Relationship><Relationship Id="rId7" Type="http://schemas.openxmlformats.org/officeDocument/2006/relationships/slide" Target="slides/slide1.xml"></Relationship><Relationship Id="rId8" Type="http://schemas.openxmlformats.org/officeDocument/2006/relationships/notesMaster" Target="notesMasters/notesMaster1.xml"></Relationship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>
          <a:off xmlns:a="http://schemas.openxmlformats.org/drawingml/2006/main" x="0" y="0"/>
          <a:ext cx="0" cy="0"/>
          <a:chOff xmlns:a="http://schemas.openxmlformats.org/drawingml/2006/main" x="0" y="0"/>
          <a:chExt xmlns:a="http://schemas.openxmlformats.org/drawingml/2006/main"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notesStyle>
    <a:lvl1pPr/>
    <a:lvl2pPr/>
    <a:lvl3pPr/>
    <a:lvl4pPr/>
    <a:lvl5pPr/>
    <a:lvl6pPr/>
    <a:lvl7pPr/>
    <a:lvl8pPr/>
    <a:lvl9pPr/>
  </p:notesStyle>
  <p:extLst>
    <p:ext uri="{BB962C8B-B14F-4D97-AF65-F5344CB8AC3E}">
      <p14:creationId xmlns:p14="http://schemas.microsoft.com/office/powerpoint/2010/main" val="2696953737"/>
    </p:ext>
  </p:extLst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xmlns:a="http://schemas.openxmlformats.org/drawingml/2006/main">
            <a:off xmlns:a="http://schemas.openxmlformats.org/drawingml/2006/main" x="457200" y="457200"/>
            <a:ext cx="1828800" cy="914400"/>
          </a:xfrm>
          <a:prstGeom xmlns:a="http://schemas.openxmlformats.org/drawingml/2006/main" prst="rect">
            <avLst xmlns:a="http://schemas.openxmlformats.org/drawingml/2006/main"/>
          </a:prstGeom>
          <a:solidFill xmlns:a="http://schemas.openxmlformats.org/drawingml/2006/main">
            <a:srgbClr xmlns:a="http://schemas.openxmlformats.org/drawingml/2006/main" val="4472C4"/>
          </a:solidFill>
        </p:spPr>
        <style>
          <lnRef xmlns:a="http://schemas.openxmlformats.org/drawingml/2006/main" idx="1">
            <a:schemeClr xmlns:a="http://schemas.openxmlformats.org/drawingml/2006/main" val="accent1"/>
          </lnRef>
          <fillRef xmlns:a="http://schemas.openxmlformats.org/drawingml/2006/main" idx="3">
            <a:schemeClr xmlns:a="http://schemas.openxmlformats.org/drawingml/2006/main" val="accent1"/>
          </fillRef>
          <effectRef xmlns:a="http://schemas.openxmlformats.org/drawingml/2006/main" idx="2">
            <a:schemeClr xmlns:a="http://schemas.openxmlformats.org/drawingml/2006/main" val="accent1"/>
          </effectRef>
          <fontRef xmlns:a="http://schemas.openxmlformats.org/drawingml/2006/main" idx="minor">
            <a:schemeClr xmlns:a="http://schemas.openxmlformats.org/drawingml/2006/main" val="lt1"/>
          </fontRef>
        </style>
        <p:txBody>
          <a:bodyPr xmlns:a="http://schemas.openxmlformats.org/drawingml/2006/main" anchor="ctr" rtlCol="false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Victor</a:t>
            </a:r>
          </a:p>
        </p:txBody>
      </p:sp>
      <p:sp>
        <p:nvSpPr>
          <p:cNvPr id="3" name="Oval 2"/>
          <p:cNvSpPr/>
          <p:nvPr/>
        </p:nvSpPr>
        <p:spPr>
          <a:xfrm xmlns:a="http://schemas.openxmlformats.org/drawingml/2006/main">
            <a:off xmlns:a="http://schemas.openxmlformats.org/drawingml/2006/main" x="2743200" y="457200"/>
            <a:ext cx="1828800" cy="914400"/>
          </a:xfrm>
          <a:prstGeom xmlns:a="http://schemas.openxmlformats.org/drawingml/2006/main" prst="ellipse">
            <avLst xmlns:a="http://schemas.openxmlformats.org/drawingml/2006/main"/>
          </a:prstGeom>
          <a:solidFill xmlns:a="http://schemas.openxmlformats.org/drawingml/2006/main">
            <a:srgbClr xmlns:a="http://schemas.openxmlformats.org/drawingml/2006/main" val="C0504D"/>
          </a:solidFill>
        </p:spPr>
        <style>
          <lnRef xmlns:a="http://schemas.openxmlformats.org/drawingml/2006/main" idx="1">
            <a:schemeClr xmlns:a="http://schemas.openxmlformats.org/drawingml/2006/main" val="accent1"/>
          </lnRef>
          <fillRef xmlns:a="http://schemas.openxmlformats.org/drawingml/2006/main" idx="3">
            <a:schemeClr xmlns:a="http://schemas.openxmlformats.org/drawingml/2006/main" val="accent1"/>
          </fillRef>
          <effectRef xmlns:a="http://schemas.openxmlformats.org/drawingml/2006/main" idx="2">
            <a:schemeClr xmlns:a="http://schemas.openxmlformats.org/drawingml/2006/main" val="accent1"/>
          </effectRef>
          <fontRef xmlns:a="http://schemas.openxmlformats.org/drawingml/2006/main" idx="minor">
            <a:schemeClr xmlns:a="http://schemas.openxmlformats.org/drawingml/2006/main" val="lt1"/>
          </fontRef>
        </style>
        <p:txBody>
          <a:bodyPr xmlns:a="http://schemas.openxmlformats.org/drawingml/2006/main" anchor="ctr" rtlCol="false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Creature</a:t>
            </a:r>
          </a:p>
        </p:txBody>
      </p:sp>
      <p:sp>
        <p:nvSpPr>
          <p:cNvPr id="4" name="Right Arrow 3"/>
          <p:cNvSpPr/>
          <p:nvPr/>
        </p:nvSpPr>
        <p:spPr>
          <a:xfrm xmlns:a="http://schemas.openxmlformats.org/drawingml/2006/main">
            <a:off xmlns:a="http://schemas.openxmlformats.org/drawingml/2006/main" x="2377440" y="685800"/>
            <a:ext cx="365760" cy="457200"/>
          </a:xfrm>
          <a:prstGeom xmlns:a="http://schemas.openxmlformats.org/drawingml/2006/main" prst="rightArrow">
            <avLst xmlns:a="http://schemas.openxmlformats.org/drawingml/2006/main"/>
          </a:prstGeom>
        </p:spPr>
        <style>
          <lnRef xmlns:a="http://schemas.openxmlformats.org/drawingml/2006/main" idx="1">
            <a:schemeClr xmlns:a="http://schemas.openxmlformats.org/drawingml/2006/main" val="accent1"/>
          </lnRef>
          <fillRef xmlns:a="http://schemas.openxmlformats.org/drawingml/2006/main" idx="3">
            <a:schemeClr xmlns:a="http://schemas.openxmlformats.org/drawingml/2006/main" val="accent1"/>
          </fillRef>
          <effectRef xmlns:a="http://schemas.openxmlformats.org/drawingml/2006/main" idx="2">
            <a:schemeClr xmlns:a="http://schemas.openxmlformats.org/drawingml/2006/main" val="accent1"/>
          </effectRef>
          <fontRef xmlns:a="http://schemas.openxmlformats.org/drawingml/2006/main" idx="minor">
            <a:schemeClr xmlns:a="http://schemas.openxmlformats.org/drawingml/2006/main" val="lt1"/>
          </fontRef>
        </style>
        <p:txBody>
          <a:bodyPr xmlns:a="http://schemas.openxmlformats.org/drawingml/2006/main" anchor="ctr" rtlCol="false"/>
          <a:lstStyle xmlns:a="http://schemas.openxmlformats.org/drawingml/2006/main"/>
          <a:p xmlns:a="http://schemas.openxmlformats.org/drawingml/2006/main">
            <a:pPr xmlns:a="http://schemas.openxmlformats.org/drawingml/2006/main" algn="ctr"/>
          </a:p>
        </p:txBody>
      </p:sp>
      <p:sp>
        <p:nvSpPr>
          <p:cNvPr id="5" name="Rounded Rectangle 4"/>
          <p:cNvSpPr/>
          <p:nvPr/>
        </p:nvSpPr>
        <p:spPr>
          <a:xfrm xmlns:a="http://schemas.openxmlformats.org/drawingml/2006/main">
            <a:off xmlns:a="http://schemas.openxmlformats.org/drawingml/2006/main" x="5029200" y="457200"/>
            <a:ext cx="1828800" cy="914400"/>
          </a:xfrm>
          <a:prstGeom xmlns:a="http://schemas.openxmlformats.org/drawingml/2006/main" prst="roundRect">
            <avLst xmlns:a="http://schemas.openxmlformats.org/drawingml/2006/main"/>
          </a:prstGeom>
          <a:solidFill xmlns:a="http://schemas.openxmlformats.org/drawingml/2006/main">
            <a:srgbClr xmlns:a="http://schemas.openxmlformats.org/drawingml/2006/main" val="70AD47"/>
          </a:solidFill>
        </p:spPr>
        <style>
          <lnRef xmlns:a="http://schemas.openxmlformats.org/drawingml/2006/main" idx="1">
            <a:schemeClr xmlns:a="http://schemas.openxmlformats.org/drawingml/2006/main" val="accent1"/>
          </lnRef>
          <fillRef xmlns:a="http://schemas.openxmlformats.org/drawingml/2006/main" idx="3">
            <a:schemeClr xmlns:a="http://schemas.openxmlformats.org/drawingml/2006/main" val="accent1"/>
          </fillRef>
          <effectRef xmlns:a="http://schemas.openxmlformats.org/drawingml/2006/main" idx="2">
            <a:schemeClr xmlns:a="http://schemas.openxmlformats.org/drawingml/2006/main" val="accent1"/>
          </effectRef>
          <fontRef xmlns:a="http://schemas.openxmlformats.org/drawingml/2006/main" idx="minor">
            <a:schemeClr xmlns:a="http://schemas.openxmlformats.org/drawingml/2006/main" val="lt1"/>
          </fontRef>
        </style>
        <p:txBody>
          <a:bodyPr xmlns:a="http://schemas.openxmlformats.org/drawingml/2006/main" anchor="ctr" rtlCol="false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Elizabeth</a:t>
            </a:r>
          </a:p>
        </p:txBody>
      </p:sp>
      <p:sp>
        <p:nvSpPr>
          <p:cNvPr id="6" name="Isosceles Triangle 5"/>
          <p:cNvSpPr/>
          <p:nvPr/>
        </p:nvSpPr>
        <p:spPr>
          <a:xfrm xmlns:a="http://schemas.openxmlformats.org/drawingml/2006/main">
            <a:off xmlns:a="http://schemas.openxmlformats.org/drawingml/2006/main" x="2286000" y="1828800"/>
            <a:ext cx="1828800" cy="1371600"/>
          </a:xfrm>
          <a:prstGeom xmlns:a="http://schemas.openxmlformats.org/drawingml/2006/main" prst="triangle">
            <avLst xmlns:a="http://schemas.openxmlformats.org/drawingml/2006/main"/>
          </a:prstGeom>
        </p:spPr>
        <style>
          <lnRef xmlns:a="http://schemas.openxmlformats.org/drawingml/2006/main" idx="1">
            <a:schemeClr xmlns:a="http://schemas.openxmlformats.org/drawingml/2006/main" val="accent1"/>
          </lnRef>
          <fillRef xmlns:a="http://schemas.openxmlformats.org/drawingml/2006/main" idx="3">
            <a:schemeClr xmlns:a="http://schemas.openxmlformats.org/drawingml/2006/main" val="accent1"/>
          </fillRef>
          <effectRef xmlns:a="http://schemas.openxmlformats.org/drawingml/2006/main" idx="2">
            <a:schemeClr xmlns:a="http://schemas.openxmlformats.org/drawingml/2006/main" val="accent1"/>
          </effectRef>
          <fontRef xmlns:a="http://schemas.openxmlformats.org/drawingml/2006/main" idx="minor">
            <a:schemeClr xmlns:a="http://schemas.openxmlformats.org/drawingml/2006/main" val="lt1"/>
          </fontRef>
        </style>
        <p:txBody>
          <a:bodyPr xmlns:a="http://schemas.openxmlformats.org/drawingml/2006/main" anchor="ctr" rtlCol="false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Conflict</a:t>
            </a:r>
          </a:p>
        </p:txBody>
      </p:sp>
      <p:sp>
        <p:nvSpPr>
          <p:cNvPr id="7" name="Rounded Rectangular Callout 6"/>
          <p:cNvSpPr/>
          <p:nvPr/>
        </p:nvSpPr>
        <p:spPr>
          <a:xfrm xmlns:a="http://schemas.openxmlformats.org/drawingml/2006/main">
            <a:off xmlns:a="http://schemas.openxmlformats.org/drawingml/2006/main" x="4572000" y="1828800"/>
            <a:ext cx="2743200" cy="1371600"/>
          </a:xfrm>
          <a:prstGeom xmlns:a="http://schemas.openxmlformats.org/drawingml/2006/main" prst="wedgeRoundRectCallout">
            <avLst xmlns:a="http://schemas.openxmlformats.org/drawingml/2006/main"/>
          </a:prstGeom>
        </p:spPr>
        <style>
          <lnRef xmlns:a="http://schemas.openxmlformats.org/drawingml/2006/main" idx="1">
            <a:schemeClr xmlns:a="http://schemas.openxmlformats.org/drawingml/2006/main" val="accent1"/>
          </lnRef>
          <fillRef xmlns:a="http://schemas.openxmlformats.org/drawingml/2006/main" idx="3">
            <a:schemeClr xmlns:a="http://schemas.openxmlformats.org/drawingml/2006/main" val="accent1"/>
          </fillRef>
          <effectRef xmlns:a="http://schemas.openxmlformats.org/drawingml/2006/main" idx="2">
            <a:schemeClr xmlns:a="http://schemas.openxmlformats.org/drawingml/2006/main" val="accent1"/>
          </effectRef>
          <fontRef xmlns:a="http://schemas.openxmlformats.org/drawingml/2006/main" idx="minor">
            <a:schemeClr xmlns:a="http://schemas.openxmlformats.org/drawingml/2006/main" val="lt1"/>
          </fontRef>
        </style>
        <p:txBody>
          <a:bodyPr xmlns:a="http://schemas.openxmlformats.org/drawingml/2006/main" anchor="ctr" rtlCol="false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It was on a dreary night of November tha...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