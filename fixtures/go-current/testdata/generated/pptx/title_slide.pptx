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7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Frankenstein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or, The Modern Prometheus</a:t>
            </a:r>
          </a:p>
          <a:p xmlns:a="http://schemas.openxmlformats.org/drawingml/2006/main">
            <a:r xmlns:a="http://schemas.openxmlformats.org/drawingml/2006/main">
              <a:t xmlns:a="http://schemas.openxmlformats.org/drawingml/2006/main">Mary Shelley, 1818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