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12"/>
  </p:notesMasterIdLst>
  <p:sldIdLst>
    <p:sldId xmlns:r="http://schemas.openxmlformats.org/officeDocument/2006/relationships" id="256" r:id="rId7"/>
    <p:sldId xmlns:r="http://schemas.openxmlformats.org/officeDocument/2006/relationships" id="257" r:id="rId8"/>
    <p:sldId xmlns:r="http://schemas.openxmlformats.org/officeDocument/2006/relationships" id="258" r:id="rId9"/>
    <p:sldId xmlns:r="http://schemas.openxmlformats.org/officeDocument/2006/relationships" id="259" r:id="rId10"/>
    <p:sldId xmlns:r="http://schemas.openxmlformats.org/officeDocument/2006/relationships" id="260" r:id="rId11"/>
  </p:sld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9" Type="http://schemas.openxmlformats.org/officeDocument/2006/relationships/slide" Target="slides/slide3.xml"></Relationship><Relationship Id="rId10" Type="http://schemas.openxmlformats.org/officeDocument/2006/relationships/slide" Target="slides/slide4.xml"></Relationship><Relationship Id="rId11" Type="http://schemas.openxmlformats.org/officeDocument/2006/relationships/slide" Target="slides/slide5.xml"></Relationship><Relationship Id="rId12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></Relationship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Title 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This uses layout index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Title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