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8"/>
  </p:notesMasterIdLst>
  <p:sldIdLst>
    <p:sldId xmlns:r="http://schemas.openxmlformats.org/officeDocument/2006/relationships" id="256" r:id="rId7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Chapter Summary</a:t>
            </a:r>
          </a:p>
        </p:txBody>
      </p:sp>
      <p:graphicFrame xmlns="http://schemas.openxmlformats.org/presentationml/2006/main">
        <nvGraphicFramePr>
          <p:cNvPr id="3" name="Table 2"/>
          <cNvGraphicFramePr/>
          <p:nvPr/>
        </nvGraphicFramePr>
        <p:xfrm>
          <a:off xmlns:a="http://schemas.openxmlformats.org/drawingml/2006/main" x="457200" y="1371600"/>
          <a:ext cx="8229600" cy="3657600"/>
        </p:xfrm>
        <a:graphic xmlns:a="http://schemas.openxmlformats.org/drawingml/2006/main">
          <a:graphicData xmlns:a="http://schemas.openxmlformats.org/drawingml/2006/main" uri="http://schemas.openxmlformats.org/drawingml/2006/table">
            <a:tbl xmlns:a="http://schemas.openxmlformats.org/drawingml/2006/main">
              <a:tblPr xmlns:a="http://schemas.openxmlformats.org/drawingml/2006/main" bandRow="true" firstRow="true"/>
              <a:tblGrid xmlns:a="http://schemas.openxmlformats.org/drawingml/2006/main">
                <a:gridCol xmlns:a="http://schemas.openxmlformats.org/drawingml/2006/main" w="2743200"/>
                <a:gridCol xmlns:a="http://schemas.openxmlformats.org/drawingml/2006/main" w="2743200"/>
                <a:gridCol xmlns:a="http://schemas.openxmlformats.org/drawingml/2006/main" w="2743200"/>
              </a:tblGrid>
              <a:tr xmlns:a="http://schemas.openxmlformats.org/drawingml/2006/main" h="609600"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Chapter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Title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Summary</a:t>
                      </a:r>
                    </a:p>
                  </a:txBody>
                </a:tc>
              </a:tr>
              <a:tr xmlns:a="http://schemas.openxmlformats.org/drawingml/2006/main" h="609600"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1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Chapter 1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Victor's childhood in Geneva</a:t>
                      </a:r>
                    </a:p>
                  </a:txBody>
                </a:tc>
              </a:tr>
              <a:tr xmlns:a="http://schemas.openxmlformats.org/drawingml/2006/main" h="609600"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2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Chapter 2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Education and early interests</a:t>
                      </a:r>
                    </a:p>
                  </a:txBody>
                </a:tc>
              </a:tr>
              <a:tr xmlns:a="http://schemas.openxmlformats.org/drawingml/2006/main" h="609600"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3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Chapter 3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University at Ingolstadt</a:t>
                      </a:r>
                    </a:p>
                  </a:txBody>
                </a:tc>
              </a:tr>
              <a:tr xmlns:a="http://schemas.openxmlformats.org/drawingml/2006/main" h="609600"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4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Chapter 4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The creation of the creature</a:t>
                      </a:r>
                    </a:p>
                  </a:txBody>
                </a:tc>
              </a:tr>
              <a:tr xmlns:a="http://schemas.openxmlformats.org/drawingml/2006/main" h="609600"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5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Chapter 5</a:t>
                      </a:r>
                    </a:p>
                  </a:txBody>
                </a:tc>
                <a:tc xmlns:a="http://schemas.openxmlformats.org/drawingml/2006/main">
                  <tcPr xmlns:a="http://schemas.openxmlformats.org/drawingml/2006/main"/>
                  <a:txBody>
                    <a:bodyPr xmlns:a="http://schemas.openxmlformats.org/drawingml/2006/main"/>
                    <a:lstStyle xmlns:a="http://schemas.openxmlformats.org/drawingml/2006/main"/>
                    <a:p xmlns:a="http://schemas.openxmlformats.org/drawingml/2006/main">
                      <a:r xmlns:a="http://schemas.openxmlformats.org/drawingml/2006/main">
                        <a:t xmlns:a="http://schemas.openxmlformats.org/drawingml/2006/main">The awakening and horror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