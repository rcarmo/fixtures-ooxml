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2_0.xml" ContentType="application/vnd.ms-powerpoint.comments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></Relationship><Relationship Id="rId2" Type="http://schemas.openxmlformats.org/package/2006/relationships/metadata/thumbnail" Target="docProps/thumbnail.jpeg"></Relationship><Relationship Id="rId1" Type="http://schemas.openxmlformats.org/officeDocument/2006/relationships/officeDocument" Target="ppt/presentation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8"/>
  </p:notesMasterIdLst>
  <p:sldIdLst>
    <p:sldId xmlns:r="http://schemas.openxmlformats.org/officeDocument/2006/relationships" id="256" r:id="rId2"/>
  </p:sldIdLst>
  <p:sldSz cx="9144000" cy="6858000" type="screen4x3"/>
  <p:notesSz cx="6858000" cy="9144000"/>
  <p:defaultTextStyle>
    <a:defPPr/>
    <a:lvl1pPr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p188="http://schemas.microsoft.com/office/powerpoint/2018/8/main" xmlns:a="http://schemas.openxmlformats.org/drawingml/2006/main" xmlns:r="http://schemas.openxmlformats.org/officeDocument/2006/relationships">
  <p188:author xmlns:p188="http://schemas.microsoft.com/office/powerpoint/2018/8/main" id="{936320F3-3984-F84C-51A6-6DDCF0CAE12A}" name="Rui Carmo" initials="RC" userId="S::rucarmo@microsoft.com::498ce4df-589b-4b4e-9d2e-3e522eb7fdb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78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presProps" Target="presProps.xml"></Relationship><Relationship Id="rId7" Type="http://schemas.microsoft.com/office/2018/10/relationships/authors" Target="authors.xml"></Relationship><Relationship Id="rId2" Type="http://schemas.openxmlformats.org/officeDocument/2006/relationships/slide" Target="slides/slide1.xml"></Relationship><Relationship Id="rId1" Type="http://schemas.openxmlformats.org/officeDocument/2006/relationships/slideMaster" Target="slideMasters/slideMaster1.xml"></Relationship><Relationship Id="rId6" Type="http://schemas.openxmlformats.org/officeDocument/2006/relationships/tableStyles" Target="tableStyles.xml"></Relationship><Relationship Id="rId5" Type="http://schemas.openxmlformats.org/officeDocument/2006/relationships/theme" Target="theme/theme1.xml"></Relationship><Relationship Id="rId4" Type="http://schemas.openxmlformats.org/officeDocument/2006/relationships/viewProps" Target="viewProps.xml"></Relationship><Relationship Id="rId8" Type="http://schemas.openxmlformats.org/officeDocument/2006/relationships/notesMaster" Target="notesMasters/notesMaster1.xml"></Relationship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791A00-1D22-3543-92D8-4BCB5F05AA1A}" authorId="{936320F3-3984-F84C-51A6-6DDCF0CAE12A}" created="2026-01-30T15:43:51.3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3" creationId="{00000000-0000-0000-0000-000000000000}"/>
      <ac:txMk cp="0" len="109">
        <ac:context len="110" hash="921673543"/>
      </ac:txMk>
    </ac:txMkLst>
    <p188:pos x="8217568" y="469232"/>
    <p188:txBody>
      <a:bodyPr/>
      <a:lstStyle/>
      <a:p>
        <a:r>
          <a:rPr lang="en-US"/>
          <a:t>I don't remember it having yellow eyes</a:t>
        </a:r>
      </a:p>
    </p188:txBody>
  </p188:cm>
</p188:cmLst>
</file>

<file path=ppt/comments/modernComment_102_0.xml><?xml version="1.0" encoding="utf-8"?>
<p188:cmLst xmlns:p188="http://schemas.microsoft.com/office/powerpoint/2018/8/main" xmlns:a="http://schemas.openxmlformats.org/drawingml/2006/main" xmlns:r="http://schemas.openxmlformats.org/officeDocument/2006/relationships">
  <p188:cm xmlns:p188="http://schemas.microsoft.com/office/powerpoint/2018/8/main" id="{6F791A00-1D22-3543-92D8-4BCB5F05AA1A}" authorId="{936320F3-3984-F84C-51A6-6DDCF0CAE12A}" created="2026-01-30T15:43:51.312">
    <p188:pos xmlns:p188="http://schemas.microsoft.com/office/powerpoint/2018/8/main" x="8217568" y="469232"/>
    <p188:txBody xmlns:p188="http://schemas.microsoft.com/office/powerpoint/2018/8/main">
      <a:bodyPr xmlns:a="http://schemas.openxmlformats.org/drawingml/2006/main"/>
      <a:lstStyle xmlns:a="http://schemas.openxmlformats.org/drawingml/2006/main"/>
      <a:p xmlns:a="http://schemas.openxmlformats.org/drawingml/2006/main">
        <a:r xmlns:a="http://schemas.openxmlformats.org/drawingml/2006/main">
          <a:rPr xmlns:a="http://schemas.openxmlformats.org/drawingml/2006/main" lang="en-US"/>
          <a:t xmlns:a="http://schemas.openxmlformats.org/drawingml/2006/main">I don't remember it having yellow eyes</a:t>
        </a:r>
      </a:p>
    </p188:txBody>
  </p188:cm>
</p188:cmLst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  <p:extLst>
    <p:ext uri="{BB962C8B-B14F-4D97-AF65-F5344CB8AC3E}">
      <p14:creationId xmlns:p14="http://schemas.microsoft.com/office/powerpoint/2010/main" val="2696953737"/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></Relationship><Relationship Id="rId3" Type="http://schemas.openxmlformats.org/officeDocument/2006/relationships/slideLayout" Target="../slideLayouts/slideLayout3.xml"></Relationship><Relationship Id="rId7" Type="http://schemas.openxmlformats.org/officeDocument/2006/relationships/slideLayout" Target="../slideLayouts/slideLayout7.xml"></Relationship><Relationship Id="rId12" Type="http://schemas.openxmlformats.org/officeDocument/2006/relationships/theme" Target="../theme/theme1.xml"></Relationship><Relationship Id="rId2" Type="http://schemas.openxmlformats.org/officeDocument/2006/relationships/slideLayout" Target="../slideLayouts/slideLayout2.xml"></Relationship><Relationship Id="rId1" Type="http://schemas.openxmlformats.org/officeDocument/2006/relationships/slideLayout" Target="../slideLayouts/slideLayout1.xml"></Relationship><Relationship Id="rId6" Type="http://schemas.openxmlformats.org/officeDocument/2006/relationships/slideLayout" Target="../slideLayouts/slideLayout6.xml"></Relationship><Relationship Id="rId11" Type="http://schemas.openxmlformats.org/officeDocument/2006/relationships/slideLayout" Target="../slideLayouts/slideLayout11.xml"></Relationship><Relationship Id="rId5" Type="http://schemas.openxmlformats.org/officeDocument/2006/relationships/slideLayout" Target="../slideLayouts/slideLayout5.xml"></Relationship><Relationship Id="rId10" Type="http://schemas.openxmlformats.org/officeDocument/2006/relationships/slideLayout" Target="../slideLayouts/slideLayout10.xml"></Relationship><Relationship Id="rId4" Type="http://schemas.openxmlformats.org/officeDocument/2006/relationships/slideLayout" Target="../slideLayouts/slideLayout4.xml"></Relationship><Relationship Id="rId9" Type="http://schemas.openxmlformats.org/officeDocument/2006/relationships/slideLayout" Target="../slideLayouts/slideLayout9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microsoft.com/office/2018/10/relationships/comments" Target="../comments/modernComment_102_0.xml"></Relationship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Slide with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rPr xmlns:a="http://schemas.openxmlformats.org/drawingml/2006/main" dirty="false"/>
              <a:t xmlns:a="http://schemas.openxmlformats.org/drawingml/2006/main">I saw the dull yellow eye of the creature open; it breathed hard, and a convulsive motion agitated its limbs.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with Comments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Test Author</dc:creator>
  <cp:keywords/>
  <dc:description>generated using python-pptx</dc:description>
  <cp:lastModifiedBy>Rui Carmo</cp:lastModifiedBy>
  <cp:revision>2</cp:revision>
  <dcterms:created xsi:type="dcterms:W3CDTF">2013-01-27T09:14:16Z</dcterms:created>
  <dcterms:modified xsi:type="dcterms:W3CDTF">2026-01-30T15:43:53Z</dcterms:modified>
  <cp:category/>
</cp:coreProperties>
</file>