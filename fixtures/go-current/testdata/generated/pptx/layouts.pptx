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16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  <p:sldId xmlns:r="http://schemas.openxmlformats.org/officeDocument/2006/relationships" id="259" r:id="rId10"/>
    <p:sldId xmlns:r="http://schemas.openxmlformats.org/officeDocument/2006/relationships" id="260" r:id="rId11"/>
    <p:sldId xmlns:r="http://schemas.openxmlformats.org/officeDocument/2006/relationships" id="261" r:id="rId12"/>
    <p:sldId xmlns:r="http://schemas.openxmlformats.org/officeDocument/2006/relationships" id="262" r:id="rId13"/>
    <p:sldId xmlns:r="http://schemas.openxmlformats.org/officeDocument/2006/relationships" id="263" r:id="rId14"/>
    <p:sldId xmlns:r="http://schemas.openxmlformats.org/officeDocument/2006/relationships" id="264" r:id="rId15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1" Type="http://schemas.openxmlformats.org/officeDocument/2006/relationships/slide" Target="slides/slide5.xml"></Relationship><Relationship Id="rId12" Type="http://schemas.openxmlformats.org/officeDocument/2006/relationships/slide" Target="slides/slide6.xml"></Relationship><Relationship Id="rId13" Type="http://schemas.openxmlformats.org/officeDocument/2006/relationships/slide" Target="slides/slide7.xml"></Relationship><Relationship Id="rId14" Type="http://schemas.openxmlformats.org/officeDocument/2006/relationships/slide" Target="slides/slide8.xml"></Relationship><Relationship Id="rId15" Type="http://schemas.openxmlformats.org/officeDocument/2006/relationships/slide" Target="slides/slide9.xml"></Relationship><Relationship Id="rId16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></Relationship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></Relationship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></Relationship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0: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Title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1: 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Title and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2: 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Section Header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3: 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Two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4: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5: Title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7: 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Content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Layout 8: 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Content for Picture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