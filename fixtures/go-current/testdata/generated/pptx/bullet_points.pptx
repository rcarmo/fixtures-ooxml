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10"/>
  </p:notesMasterIdLst>
  <p:sldIdLst>
    <p:sldId xmlns:r="http://schemas.openxmlformats.org/officeDocument/2006/relationships" id="256" r:id="rId7"/>
    <p:sldId xmlns:r="http://schemas.openxmlformats.org/officeDocument/2006/relationships" id="257" r:id="rId8"/>
    <p:sldId xmlns:r="http://schemas.openxmlformats.org/officeDocument/2006/relationships" id="258" r:id="rId9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9" Type="http://schemas.openxmlformats.org/officeDocument/2006/relationships/slide" Target="slides/slide3.xml"></Relationship><Relationship Id="rId10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Key Themes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An analysis of Frankenstein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Major Themes in Frankenstein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The dangers of unchecked ambition</a:t>
            </a:r>
          </a:p>
          <a:p xmlns:a="http://schemas.openxmlformats.org/drawingml/2006/main">
            <a:pPr xmlns:a="http://schemas.openxmlformats.org/drawingml/2006/main"/>
            <a:r xmlns:a="http://schemas.openxmlformats.org/drawingml/2006/main">
              <a:t xmlns:a="http://schemas.openxmlformats.org/drawingml/2006/main">The responsibility of creators</a:t>
            </a:r>
          </a:p>
          <a:p xmlns:a="http://schemas.openxmlformats.org/drawingml/2006/main">
            <a:pPr xmlns:a="http://schemas.openxmlformats.org/drawingml/2006/main"/>
            <a:r xmlns:a="http://schemas.openxmlformats.org/drawingml/2006/main">
              <a:t xmlns:a="http://schemas.openxmlformats.org/drawingml/2006/main">The nature of humanity</a:t>
            </a:r>
          </a:p>
          <a:p xmlns:a="http://schemas.openxmlformats.org/drawingml/2006/main">
            <a:pPr xmlns:a="http://schemas.openxmlformats.org/drawingml/2006/main"/>
            <a:r xmlns:a="http://schemas.openxmlformats.org/drawingml/2006/main">
              <a:t xmlns:a="http://schemas.openxmlformats.org/drawingml/2006/main">Isolation and its consequences</a:t>
            </a:r>
          </a:p>
          <a:p xmlns:a="http://schemas.openxmlformats.org/drawingml/2006/main">
            <a:pPr xmlns:a="http://schemas.openxmlformats.org/drawingml/2006/main"/>
            <a:r xmlns:a="http://schemas.openxmlformats.org/drawingml/2006/main">
              <a:t xmlns:a="http://schemas.openxmlformats.org/drawingml/2006/main">The pursuit of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Primary Theme: Ambition</a:t>
            </a:r>
          </a:p>
          <a:p xmlns:a="http://schemas.openxmlformats.org/drawingml/2006/main">
            <a:pPr xmlns:a="http://schemas.openxmlformats.org/drawingml/2006/main" lvl="1"/>
            <a:r xmlns:a="http://schemas.openxmlformats.org/drawingml/2006/main">
              <a:t xmlns:a="http://schemas.openxmlformats.org/drawingml/2006/main">Victor's relentless pursuit</a:t>
            </a:r>
          </a:p>
          <a:p xmlns:a="http://schemas.openxmlformats.org/drawingml/2006/main">
            <a:pPr xmlns:a="http://schemas.openxmlformats.org/drawingml/2006/main" lvl="1"/>
            <a:r xmlns:a="http://schemas.openxmlformats.org/drawingml/2006/main">
              <a:t xmlns:a="http://schemas.openxmlformats.org/drawingml/2006/main">Walton's Arctic expedition</a:t>
            </a:r>
          </a:p>
          <a:p xmlns:a="http://schemas.openxmlformats.org/drawingml/2006/main">
            <a:pPr xmlns:a="http://schemas.openxmlformats.org/drawingml/2006/main"/>
            <a:r xmlns:a="http://schemas.openxmlformats.org/drawingml/2006/main">
              <a:t xmlns:a="http://schemas.openxmlformats.org/drawingml/2006/main">Secondary Theme: Isolation</a:t>
            </a:r>
          </a:p>
          <a:p xmlns:a="http://schemas.openxmlformats.org/drawingml/2006/main">
            <a:pPr xmlns:a="http://schemas.openxmlformats.org/drawingml/2006/main" lvl="1"/>
            <a:r xmlns:a="http://schemas.openxmlformats.org/drawingml/2006/main">
              <a:t xmlns:a="http://schemas.openxmlformats.org/drawingml/2006/main">Victor's self-imposed exile</a:t>
            </a:r>
          </a:p>
          <a:p xmlns:a="http://schemas.openxmlformats.org/drawingml/2006/main">
            <a:pPr xmlns:a="http://schemas.openxmlformats.org/drawingml/2006/main" lvl="1"/>
            <a:r xmlns:a="http://schemas.openxmlformats.org/drawingml/2006/main">
              <a:t xmlns:a="http://schemas.openxmlformats.org/drawingml/2006/main">The creature's rejection by society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