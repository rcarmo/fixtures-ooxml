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7"/>
    <p:sldId xmlns:r="http://schemas.openxmlformats.org/officeDocument/2006/relationships" id="257" r:id="rId9"/>
    <p:sldId xmlns:r="http://schemas.openxmlformats.org/officeDocument/2006/relationships" id="258" r:id="rId10"/>
    <p:sldId xmlns:r="http://schemas.openxmlformats.org/officeDocument/2006/relationships" id="259" r:id="rId11"/>
    <p:sldId xmlns:r="http://schemas.openxmlformats.org/officeDocument/2006/relationships" id="260" r:id="rId12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notesMaster" Target="notesMasters/notesMaster1.xml"></Relationship><Relationship Id="rId9" Type="http://schemas.openxmlformats.org/officeDocument/2006/relationships/slide" Target="slides/slide2.xml"></Relationship><Relationship Id="rId10" Type="http://schemas.openxmlformats.org/officeDocument/2006/relationships/slide" Target="slides/slide3.xml"></Relationship><Relationship Id="rId11" Type="http://schemas.openxmlformats.org/officeDocument/2006/relationships/slide" Target="slides/slide4.xml"></Relationship><Relationship Id="rId12" Type="http://schemas.openxmlformats.org/officeDocument/2006/relationships/slide" Target="slides/slide5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Header Placeholder 1"/>
          <p:cNvSpPr>
            <a:spLocks noGrp="1"/>
          </p:cNvSpPr>
          <p:nvPr>
            <p:ph type="hdr"/>
          </p:nvPr>
        </p:nvSpPr>
        <p:spPr>
          <a:xfrm xmlns:a="http://schemas.openxmlformats.org/drawingml/2006/main">
            <a:off xmlns:a="http://schemas.openxmlformats.org/drawingml/2006/main" x="0" y="0"/>
            <a:ext cx="2971800" cy="457200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lIns="91440" tIns="45720" rIns="91440" bIns="45720" rtlCol="false"/>
          <a:lstStyle xmlns:a="http://schemas.openxmlformats.org/drawingml/2006/main">
            <a:lvl1pPr xmlns:a="http://schemas.openxmlformats.org/drawingml/2006/main" algn="l">
              <defRPr xmlns:a="http://schemas.openxmlformats.org/drawingml/2006/main" sz="1200"/>
            </a:lvl1pPr>
          </a:lstStyle>
          <a:p xmlns:a="http://schemas.openxmlformats.org/drawingml/2006/main">
            <a:endParaRPr xmlns:a="http://schemas.openxmlformats.org/drawingml/2006/main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 xmlns:a="http://schemas.openxmlformats.org/drawingml/2006/main">
            <a:off xmlns:a="http://schemas.openxmlformats.org/drawingml/2006/main" x="3884613" y="0"/>
            <a:ext cx="2971800" cy="457200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lIns="91440" tIns="45720" rIns="91440" bIns="45720" rtlCol="false"/>
          <a:lstStyle xmlns:a="http://schemas.openxmlformats.org/drawingml/2006/main">
            <a:lvl1pPr xmlns:a="http://schemas.openxmlformats.org/drawingml/2006/main" algn="r">
              <defRPr xmlns:a="http://schemas.openxmlformats.org/drawingml/2006/main" sz="1200"/>
            </a:lvl1pPr>
          </a:lstStyle>
          <a:p xmlns:a="http://schemas.openxmlformats.org/drawingml/2006/main">
            <fld xmlns:a="http://schemas.openxmlformats.org/drawingml/2006/main" type="datetimeFigureOut">
              <a:rPr xmlns:a="http://schemas.openxmlformats.org/drawingml/2006/main" lang="en-US" smtClean="false"/>
              <a:t xmlns:a="http://schemas.openxmlformats.org/drawingml/2006/main">10/17/16</a:t>
            </fld>
            <a:endParaRPr xmlns:a="http://schemas.openxmlformats.org/drawingml/2006/main"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 xmlns:a="http://schemas.openxmlformats.org/drawingml/2006/main">
            <a:off xmlns:a="http://schemas.openxmlformats.org/drawingml/2006/main" x="1143000" y="685800"/>
            <a:ext cx="4572000" cy="3429000"/>
          </a:xfrm>
          <a:prstGeom xmlns:a="http://schemas.openxmlformats.org/drawingml/2006/main" prst="rect">
            <avLst xmlns:a="http://schemas.openxmlformats.org/drawingml/2006/main"/>
          </a:prstGeom>
          <noFill xmlns:a="http://schemas.openxmlformats.org/drawingml/2006/main"/>
          <ln xmlns:a="http://schemas.openxmlformats.org/drawingml/2006/main" w="12700">
            <a:solidFill xmlns:a="http://schemas.openxmlformats.org/drawingml/2006/main">
              <prstClr xmlns:a="http://schemas.openxmlformats.org/drawingml/2006/main" val="black"/>
            </a:solidFill>
          </ln>
        </p:spPr>
        <p:txBody>
          <a:bodyPr xmlns:a="http://schemas.openxmlformats.org/drawingml/2006/main" vert="horz" anchor="ctr" lIns="91440" tIns="45720" rIns="91440" bIns="45720" rtlCol="false"/>
          <a:lstStyle xmlns:a="http://schemas.openxmlformats.org/drawingml/2006/main"/>
          <a:p xmlns:a="http://schemas.openxmlformats.org/drawingml/2006/main">
            <a:endParaRPr xmlns:a="http://schemas.openxmlformats.org/drawingml/2006/main"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 xmlns:a="http://schemas.openxmlformats.org/drawingml/2006/main">
            <a:off xmlns:a="http://schemas.openxmlformats.org/drawingml/2006/main" x="685800" y="4343400"/>
            <a:ext cx="5486400" cy="4114800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lIns="91440" tIns="45720" rIns="91440" bIns="45720" rtlCol="false"/>
          <a:lstStyle xmlns:a="http://schemas.openxmlformats.org/drawingml/2006/main"/>
          <a:p xmlns:a="http://schemas.openxmlformats.org/drawingml/2006/main">
            <a:pPr xmlns:a="http://schemas.openxmlformats.org/drawingml/2006/main" lvl="0"/>
            <a:r xmlns:a="http://schemas.openxmlformats.org/drawingml/2006/main">
              <a:rPr xmlns:a="http://schemas.openxmlformats.org/drawingml/2006/main" lang="en-US" smtClean="false"/>
              <a:t xmlns:a="http://schemas.openxmlformats.org/drawingml/2006/main">Click to edit Master text styles</a:t>
            </a:r>
          </a:p>
          <a:p xmlns:a="http://schemas.openxmlformats.org/drawingml/2006/main">
            <a:pPr xmlns:a="http://schemas.openxmlformats.org/drawingml/2006/main" lvl="1"/>
            <a:r xmlns:a="http://schemas.openxmlformats.org/drawingml/2006/main">
              <a:rPr xmlns:a="http://schemas.openxmlformats.org/drawingml/2006/main" lang="en-US" smtClean="false"/>
              <a:t xmlns:a="http://schemas.openxmlformats.org/drawingml/2006/main">Second level</a:t>
            </a:r>
          </a:p>
          <a:p xmlns:a="http://schemas.openxmlformats.org/drawingml/2006/main">
            <a:pPr xmlns:a="http://schemas.openxmlformats.org/drawingml/2006/main" lvl="2"/>
            <a:r xmlns:a="http://schemas.openxmlformats.org/drawingml/2006/main">
              <a:rPr xmlns:a="http://schemas.openxmlformats.org/drawingml/2006/main" lang="en-US" smtClean="false"/>
              <a:t xmlns:a="http://schemas.openxmlformats.org/drawingml/2006/main">Third level</a:t>
            </a:r>
          </a:p>
          <a:p xmlns:a="http://schemas.openxmlformats.org/drawingml/2006/main">
            <a:pPr xmlns:a="http://schemas.openxmlformats.org/drawingml/2006/main" lvl="3"/>
            <a:r xmlns:a="http://schemas.openxmlformats.org/drawingml/2006/main">
              <a:rPr xmlns:a="http://schemas.openxmlformats.org/drawingml/2006/main" lang="en-US" smtClean="false"/>
              <a:t xmlns:a="http://schemas.openxmlformats.org/drawingml/2006/main">Fourth level</a:t>
            </a:r>
          </a:p>
          <a:p xmlns:a="http://schemas.openxmlformats.org/drawingml/2006/main">
            <a:pPr xmlns:a="http://schemas.openxmlformats.org/drawingml/2006/main" lvl="4"/>
            <a:r xmlns:a="http://schemas.openxmlformats.org/drawingml/2006/main">
              <a:rPr xmlns:a="http://schemas.openxmlformats.org/drawingml/2006/main" lang="en-US" smtClean="false"/>
              <a:t xmlns:a="http://schemas.openxmlformats.org/drawingml/2006/main">Fifth level</a:t>
            </a:r>
            <a:endParaRPr xmlns:a="http://schemas.openxmlformats.org/drawingml/2006/main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4"/>
          </p:nvPr>
        </p:nvSpPr>
        <p:spPr>
          <a:xfrm xmlns:a="http://schemas.openxmlformats.org/drawingml/2006/main">
            <a:off xmlns:a="http://schemas.openxmlformats.org/drawingml/2006/main" x="0" y="8685213"/>
            <a:ext cx="2971800" cy="457200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anchor="b" lIns="91440" tIns="45720" rIns="91440" bIns="45720" rtlCol="false"/>
          <a:lstStyle xmlns:a="http://schemas.openxmlformats.org/drawingml/2006/main">
            <a:lvl1pPr xmlns:a="http://schemas.openxmlformats.org/drawingml/2006/main" algn="l">
              <defRPr xmlns:a="http://schemas.openxmlformats.org/drawingml/2006/main" sz="1200"/>
            </a:lvl1pPr>
          </a:lstStyle>
          <a:p xmlns:a="http://schemas.openxmlformats.org/drawingml/2006/main">
            <a:endParaRPr xmlns:a="http://schemas.openxmlformats.org/drawingml/2006/main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5"/>
          </p:nvPr>
        </p:nvSpPr>
        <p:spPr>
          <a:xfrm xmlns:a="http://schemas.openxmlformats.org/drawingml/2006/main">
            <a:off xmlns:a="http://schemas.openxmlformats.org/drawingml/2006/main" x="3884613" y="8685213"/>
            <a:ext cx="2971800" cy="457200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anchor="b" lIns="91440" tIns="45720" rIns="91440" bIns="45720" rtlCol="false"/>
          <a:lstStyle xmlns:a="http://schemas.openxmlformats.org/drawingml/2006/main">
            <a:lvl1pPr xmlns:a="http://schemas.openxmlformats.org/drawingml/2006/main" algn="r">
              <defRPr xmlns:a="http://schemas.openxmlformats.org/drawingml/2006/main" sz="1200"/>
            </a:lvl1pPr>
          </a:lstStyle>
          <a:p xmlns:a="http://schemas.openxmlformats.org/drawingml/2006/main">
            <fld xmlns:a="http://schemas.openxmlformats.org/drawingml/2006/main" type="slidenum">
              <a:rPr xmlns:a="http://schemas.openxmlformats.org/drawingml/2006/main" lang="en-US" smtClean="false"/>
              <a:t xmlns:a="http://schemas.openxmlformats.org/drawingml/2006/main">‹#›</a:t>
            </fld>
            <a:endParaRPr xmlns:a="http://schemas.openxmlformats.org/drawingml/2006/main" lang="en-US"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Remember to emphasize the Gothic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Discuss the Romantic period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Compare to Prometheus myth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Audience question: What makes a monster?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Key themes: creation, responsibility, isolation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5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Frankenstein Lecture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Prepared by Test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Chapter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Education and early interests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Chapter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University at Ingolstadt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Chapter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The creation of the creature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Chapter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The awakening and horror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